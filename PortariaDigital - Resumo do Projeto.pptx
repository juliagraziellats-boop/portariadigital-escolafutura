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7" r:id="rId7"/>
    <p:sldId id="265" r:id="rId8"/>
  </p:sldIdLst>
  <p:sldSz cx="12192000" cy="6858000"/>
  <p:notesSz cx="6858000" cy="9144000"/>
  <p:embeddedFontLst>
    <p:embeddedFont>
      <p:font typeface="Plus Jakarta Sans"/>
      <p:bold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4193827"/>
            <a:ext cx="6477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021234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193827"/>
            <a:ext cx="6477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38350" y="4470052"/>
            <a:ext cx="9525" cy="40957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406997"/>
            <a:ext cx="10626328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84177"/>
            <a:ext cx="69532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Automação biométrica facial, notificações em tempo real e gestão centralizada de segurança para instituições de ensino.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978372"/>
            <a:ext cx="36314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0A5FA"/>
                </a:solidFill>
                <a:latin typeface="Plus Jakarta Sans"/>
              </a:rPr>
              <a:t>CONTROLE DE ACESSO ESCOLAR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0052"/>
            <a:ext cx="12573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79602"/>
            <a:ext cx="1257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Escola Futura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675" y="4470052"/>
            <a:ext cx="30122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TECNOLOGIA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2675" y="4679602"/>
            <a:ext cx="301228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Biometria Facial + SMS Real-time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219325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3467100"/>
            <a:ext cx="5295900" cy="85725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514850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219325"/>
            <a:ext cx="38100" cy="10572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467100"/>
            <a:ext cx="38100" cy="857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514850"/>
            <a:ext cx="38100" cy="1057275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DIAGNÓSTICO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Gargalos no Controle de Entrada 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09825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Falta de Comunicação Instantânea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686050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Responsáveis sem confirmação imediata da chegada ou saída dos alunos.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5760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Filas nos Horários de Pico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33825"/>
            <a:ext cx="6096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Conferência manual em papel gera lentidão extrema na portaria.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0535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Vulnerabilidade de Segurança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Dificuldade para validar terceiros autorizados e recados de última hora.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881312"/>
            <a:ext cx="419100" cy="419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767137"/>
            <a:ext cx="419100" cy="419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452937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995612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881437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6987" y="4567237"/>
            <a:ext cx="238125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PROPOSTA DE VALOR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Solução Integrada PortariaDigital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81312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Catraca Biométrica Facial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38487"/>
            <a:ext cx="48196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Reconhecimento instantâneo e liberação automatizada de acesso.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671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Disparo de SMS 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243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Alerta imediato ao responsável com horário e nome do aluno.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529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de Autorizações Digitais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101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Pré-cadastro de terceiros com validação de CPF e parentesco.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E9C6C7-029A-22A0-39AE-7828721D3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330" y="587768"/>
            <a:ext cx="9877987" cy="56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6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99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106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00400"/>
            <a:ext cx="21145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200400"/>
            <a:ext cx="21145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200400"/>
            <a:ext cx="21145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200400"/>
            <a:ext cx="211455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ARQUITETURA DE 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Funcionalidades Estruturais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Operador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Visualização de fotos e turmas em tempo real na portaria.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5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Chat &amp; Saída Antecipada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Agendamento de retiradas com pré-autorização de terceiros.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9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Alertas de Guarda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Sinalização imediata de impedimentos judiciais no sistema.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92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Relatórios e Auditoria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2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Exportação de dados e relatórios de acesso em PDF e Excel.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856" y="0"/>
            <a:ext cx="7709441" cy="68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877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3887" y="4362450"/>
            <a:ext cx="3324225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33887" y="4362450"/>
            <a:ext cx="33242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057400"/>
            <a:ext cx="6096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09800"/>
            <a:ext cx="3048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33254" y="2895600"/>
            <a:ext cx="3925490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581400"/>
            <a:ext cx="7620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Segurança, automação e tranquilidade na comunicação diária da Escola Futura.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28" y="4600575"/>
            <a:ext cx="2083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Perguntas &amp; Respostas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2687" y="4600575"/>
            <a:ext cx="371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8FAFC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3212" y="4600575"/>
            <a:ext cx="12477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Escola Futura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206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Calibri</vt:lpstr>
      <vt:lpstr>Plus Jakarta Sans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Julia Graziella Teixeira da Silva</dc:creator>
  <cp:keywords/>
  <dc:description>generated using python-pptx</dc:description>
  <cp:lastModifiedBy>Júlia G.</cp:lastModifiedBy>
  <cp:revision>11</cp:revision>
  <dcterms:created xsi:type="dcterms:W3CDTF">2013-01-27T09:14:16Z</dcterms:created>
  <dcterms:modified xsi:type="dcterms:W3CDTF">2026-10-07T14:29:21Z</dcterms:modified>
  <cp:category/>
</cp:coreProperties>
</file>