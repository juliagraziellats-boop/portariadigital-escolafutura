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5" r:id="rId11"/>
    <p:sldId id="266" r:id="rId12"/>
  </p:sldIdLst>
  <p:sldSz cx="12192000" cy="6858000"/>
  <p:notesSz cx="6858000" cy="9144000"/>
  <p:embeddedFontLst>
    <p:embeddedFont>
      <p:font typeface="Plus Jakarta Sans"/>
      <p:bold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4193827"/>
            <a:ext cx="6477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021234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4193827"/>
            <a:ext cx="6477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38350" y="4470052"/>
            <a:ext cx="9525" cy="40957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2406997"/>
            <a:ext cx="10626328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PortariaDigital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84177"/>
            <a:ext cx="69532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Automação biométrica facial, notificações em tempo real e gestão centralizada de segurança para instituições de ensino.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978372"/>
            <a:ext cx="363140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0A5FA"/>
                </a:solidFill>
                <a:latin typeface="Plus Jakarta Sans"/>
              </a:rPr>
              <a:t>CONTROLE DE ACESSO ESCOLAR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0052"/>
            <a:ext cx="12573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PROJETO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79602"/>
            <a:ext cx="1257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2E8F0"/>
                </a:solidFill>
                <a:latin typeface="Plus Jakarta Sans"/>
              </a:rPr>
              <a:t>Escola Futura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675" y="4470052"/>
            <a:ext cx="30122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TECNOLOGIA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2675" y="4679602"/>
            <a:ext cx="301228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2E8F0"/>
                </a:solidFill>
                <a:latin typeface="Plus Jakarta Sans"/>
              </a:rPr>
              <a:t>Biometria Facial + SMS Real-time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2219325"/>
            <a:ext cx="5295900" cy="10572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3467100"/>
            <a:ext cx="5295900" cy="85725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514850"/>
            <a:ext cx="5295900" cy="10572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2219325"/>
            <a:ext cx="38100" cy="10572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467100"/>
            <a:ext cx="38100" cy="857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514850"/>
            <a:ext cx="38100" cy="1057275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2085975"/>
            <a:ext cx="5295900" cy="3619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085975"/>
            <a:ext cx="52959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DIAGNÓSTICO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Gargalos no Controle de Entrada e Saída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09825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Falta de Comunicação Instantânea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686050"/>
            <a:ext cx="4972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Responsáveis sem confirmação imediata da chegada ou saída dos alunos.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57600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Filas nos Horários de Pico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33825"/>
            <a:ext cx="6096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Conferência manual em papel gera lentidão extrema na portaria.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05350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Vulnerabilidade de Segurança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81575"/>
            <a:ext cx="4972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Dificuldade para validar terceiros autorizados e recados de última hora.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85975"/>
            <a:ext cx="5295900" cy="3619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85975"/>
            <a:ext cx="5295900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881312"/>
            <a:ext cx="419100" cy="419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3767137"/>
            <a:ext cx="419100" cy="419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452937"/>
            <a:ext cx="419100" cy="419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995612"/>
            <a:ext cx="19050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881437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6987" y="4567237"/>
            <a:ext cx="238125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PROPOSTA DE VALOR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Solução Integrada PortariaDigital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81312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Catraca Biométrica Facial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38487"/>
            <a:ext cx="48196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Reconhecimento instantâneo e liberação automatizada de acesso.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67137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Disparo de SMS 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024312"/>
            <a:ext cx="533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Alerta imediato ao responsável com horário e nome do aluno.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52937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Painel de Autorizações Digitais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710112"/>
            <a:ext cx="533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Pré-cadastro de terceiros com validação de CPF e parentesco.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995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1065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00400"/>
            <a:ext cx="211455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200400"/>
            <a:ext cx="211455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200400"/>
            <a:ext cx="21145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200400"/>
            <a:ext cx="211455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ARQUITETURA DE RECURSOS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Funcionalidades Estruturais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Painel Operador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Visualização de fotos e turmas em tempo real na portaria.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55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Chat &amp; Saída Antecipada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Agendamento de retiradas com pré-autorização de terceiros.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90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Alertas de Guarda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Sinalização imediata de impedimentos judiciais no sistema.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925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Relatórios e Auditoria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925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Exportação de dados e relatórios de acesso em PDF e Excel.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671762"/>
            <a:ext cx="3505200" cy="2447925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671762"/>
            <a:ext cx="3505200" cy="2447925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671762"/>
            <a:ext cx="3505200" cy="2447925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009900"/>
            <a:ext cx="190500" cy="19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5" y="3009900"/>
            <a:ext cx="219075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25" y="3009900"/>
            <a:ext cx="219075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MATRIZ DE PERFIS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Visão por Tipo de Usuário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2986087"/>
            <a:ext cx="182522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Gestão Escolar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376612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Cadastros: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Controle de perfis e restrições.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890962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Relatórios: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Emissão de arquivos PDF/Excel.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405312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Auditoria: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Acompanhamento geral de fluxo.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4900" y="2986087"/>
            <a:ext cx="1070133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Portaria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525" y="3376612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Validação: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Confirmação visual em tempo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525" y="3890962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Consulta: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Checagem de lista de permissão.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525" y="4405312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Exceção: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Liberação de saídas autorizadas.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8700" y="2986087"/>
            <a:ext cx="243780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Pais &amp; Responsáveis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3376612"/>
            <a:ext cx="37861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Alertas: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Recebimento imediato de SMS.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5325" y="3690937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Agendamento: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Liberação digital de terceiros.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5325" y="4205287"/>
            <a:ext cx="31242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Histórico:</a:t>
            </a:r>
            <a:r>
              <a:rPr sz="1200" b="0" i="0" u="none">
                <a:solidFill>
                  <a:srgbClr val="475569"/>
                </a:solidFill>
                <a:latin typeface="Plus Jakarta Sans"/>
              </a:rPr>
              <a:t> Consulta contínua de presença.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9337" y="3381375"/>
            <a:ext cx="9525" cy="9525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METAS OPERACIONAIS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Impacto Esperado no Ambiente Escolar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6443" y="3309937"/>
            <a:ext cx="3881437" cy="762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>
                <a:solidFill>
                  <a:srgbClr val="2563EB"/>
                </a:solidFill>
                <a:latin typeface="Plus Jakarta Sans"/>
              </a:rPr>
              <a:t>&lt; 30s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6443" y="4186237"/>
            <a:ext cx="388143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475569"/>
                </a:solidFill>
                <a:latin typeface="Plus Jakarta Sans"/>
              </a:rPr>
              <a:t>Tempo de disparo da notificação SMS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9843" y="3309937"/>
            <a:ext cx="3786187" cy="762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>
                <a:solidFill>
                  <a:srgbClr val="16A34A"/>
                </a:solidFill>
                <a:latin typeface="Plus Jakarta San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9843" y="4186237"/>
            <a:ext cx="378618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475569"/>
                </a:solidFill>
                <a:latin typeface="Plus Jakarta Sans"/>
              </a:rPr>
              <a:t>Eliminação de autorizações em papel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52725"/>
            <a:ext cx="5657850" cy="2286000"/>
          </a:xfrm>
          <a:prstGeom prst="roundRect">
            <a:avLst>
              <a:gd name="adj" fmla="val 5000"/>
            </a:avLst>
          </a:prstGeom>
          <a:solidFill>
            <a:srgbClr val="FFF1F2"/>
          </a:solidFill>
          <a:ln w="1905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48450" y="2862262"/>
            <a:ext cx="4933950" cy="1038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648450" y="4090987"/>
            <a:ext cx="4933950" cy="83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648450" y="2862262"/>
            <a:ext cx="38100" cy="103822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648450" y="4090987"/>
            <a:ext cx="38100" cy="838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3114675"/>
            <a:ext cx="342900" cy="342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C2626"/>
                </a:solidFill>
                <a:latin typeface="Plus Jakarta Sans"/>
              </a:rPr>
              <a:t>GESTÃO DE RISCO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Módulo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 de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Restrição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 de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Guarda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 &amp;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Impedimentos</a:t>
            </a:r>
            <a:endParaRPr sz="24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1550" y="3648075"/>
            <a:ext cx="50292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7F1D1D"/>
                </a:solidFill>
                <a:latin typeface="Plus Jakarta Sans"/>
              </a:rPr>
              <a:t>Emite sinalização vermelha em destaque na tela da portaria caso ocorra tentativa não autorizada de retirada.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4314825"/>
            <a:ext cx="50292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991B1B"/>
                </a:solidFill>
                <a:latin typeface="Plus Jakarta Sans"/>
              </a:rPr>
              <a:t>US04 / US05:</a:t>
            </a:r>
            <a:r>
              <a:rPr sz="1125" b="0" i="0" u="none">
                <a:solidFill>
                  <a:srgbClr val="991B1B"/>
                </a:solidFill>
                <a:latin typeface="Plus Jakarta Sans"/>
              </a:rPr>
              <a:t> Proteção de dados jurídicos e bloqueio de pessoas não autorizadas.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6850" y="3143250"/>
            <a:ext cx="3175396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 err="1">
                <a:solidFill>
                  <a:srgbClr val="991B1B"/>
                </a:solidFill>
                <a:latin typeface="Plus Jakarta Sans"/>
              </a:rPr>
              <a:t>Alerta</a:t>
            </a:r>
            <a:r>
              <a:rPr sz="1800" b="1" i="0" u="none" dirty="0">
                <a:solidFill>
                  <a:srgbClr val="991B1B"/>
                </a:solidFill>
                <a:latin typeface="Plus Jakarta Sans"/>
              </a:rPr>
              <a:t> Visual </a:t>
            </a:r>
            <a:r>
              <a:rPr sz="1800" b="1" i="0" u="none" dirty="0" err="1">
                <a:solidFill>
                  <a:srgbClr val="991B1B"/>
                </a:solidFill>
                <a:latin typeface="Plus Jakarta Sans"/>
              </a:rPr>
              <a:t>Imediato</a:t>
            </a:r>
            <a:endParaRPr sz="1800" b="1" i="0" u="none" dirty="0">
              <a:solidFill>
                <a:srgbClr val="991B1B"/>
              </a:solidFill>
              <a:latin typeface="Plus Jakarta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77050" y="3052762"/>
            <a:ext cx="53149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Controle pela Secretaria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7050" y="3309937"/>
            <a:ext cx="46101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 err="1">
                <a:solidFill>
                  <a:srgbClr val="475569"/>
                </a:solidFill>
                <a:latin typeface="Plus Jakarta Sans"/>
              </a:rPr>
              <a:t>Apenas</a:t>
            </a: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475569"/>
                </a:solidFill>
                <a:latin typeface="Plus Jakarta Sans"/>
              </a:rPr>
              <a:t>perfis</a:t>
            </a: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475569"/>
                </a:solidFill>
                <a:latin typeface="Plus Jakarta Sans"/>
              </a:rPr>
              <a:t>autorizados</a:t>
            </a: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 da </a:t>
            </a:r>
            <a:r>
              <a:rPr sz="1200" b="0" i="0" u="none" dirty="0" err="1">
                <a:solidFill>
                  <a:srgbClr val="475569"/>
                </a:solidFill>
                <a:latin typeface="Plus Jakarta Sans"/>
              </a:rPr>
              <a:t>gestão</a:t>
            </a: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475569"/>
                </a:solidFill>
                <a:latin typeface="Plus Jakarta Sans"/>
              </a:rPr>
              <a:t>cadastram</a:t>
            </a: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475569"/>
                </a:solidFill>
                <a:latin typeface="Plus Jakarta Sans"/>
              </a:rPr>
              <a:t>impedimentos</a:t>
            </a: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7050" y="4281487"/>
            <a:ext cx="53149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Observações Anexadas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7050" y="4538662"/>
            <a:ext cx="53149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Registro textual detalhado do impedimento no perfil do aluno.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28937"/>
            <a:ext cx="3517850" cy="1971675"/>
          </a:xfrm>
          <a:prstGeom prst="roundRect">
            <a:avLst>
              <a:gd name="adj" fmla="val 5797"/>
            </a:avLst>
          </a:prstGeom>
          <a:solidFill>
            <a:srgbClr val="EFF6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56050" y="2928937"/>
            <a:ext cx="3498800" cy="1971675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83450" y="2928937"/>
            <a:ext cx="3498800" cy="1971675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9150" y="3224212"/>
            <a:ext cx="1247775" cy="219075"/>
          </a:xfrm>
          <a:prstGeom prst="roundRect">
            <a:avLst>
              <a:gd name="adj" fmla="val 1739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56075" y="3214687"/>
            <a:ext cx="838200" cy="219075"/>
          </a:xfrm>
          <a:prstGeom prst="roundRect">
            <a:avLst>
              <a:gd name="adj" fmla="val 17391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83475" y="3214687"/>
            <a:ext cx="857250" cy="219075"/>
          </a:xfrm>
          <a:prstGeom prst="roundRect">
            <a:avLst>
              <a:gd name="adj" fmla="val 17391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ESTRATÉGIA DE ENTREGAS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Evolução do Produto (MVP &amp; Releases)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2312"/>
            <a:ext cx="11525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VERSÃO 1.0 (MVP)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3567112"/>
            <a:ext cx="406710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Núcleo de Segurança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1325" y="3252787"/>
            <a:ext cx="742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VERSÃO 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6075" y="3557587"/>
            <a:ext cx="406710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Notificações 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8725" y="3252787"/>
            <a:ext cx="762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VERSÃO 1.2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475" y="3557587"/>
            <a:ext cx="390852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Relatórios &amp; Exportação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" y="3919537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3A8A"/>
                </a:solidFill>
                <a:latin typeface="Plus Jakarta Sans"/>
              </a:rPr>
              <a:t>• Painel do Operador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150" y="4176712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3A8A"/>
                </a:solidFill>
                <a:latin typeface="Plus Jakarta Sans"/>
              </a:rPr>
              <a:t>• Chat Sair Mais Cedo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" y="4433887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3A8A"/>
                </a:solidFill>
                <a:latin typeface="Plus Jakarta Sans"/>
              </a:rPr>
              <a:t>• Alertas de Guarda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6075" y="3910012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Mensagens automáticas aos pais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6075" y="4167187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Confirmação em tempo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3475" y="3910012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Filtros por turma e período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3475" y="4167187"/>
            <a:ext cx="3873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Exportação PDF e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856" y="0"/>
            <a:ext cx="7709441" cy="68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877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3887" y="4362450"/>
            <a:ext cx="3324225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433887" y="4362450"/>
            <a:ext cx="33242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057400"/>
            <a:ext cx="6096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09800"/>
            <a:ext cx="3048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33254" y="2895600"/>
            <a:ext cx="3925490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FFFFFF"/>
                </a:solidFill>
                <a:latin typeface="Plus Jakarta Sans"/>
              </a:rPr>
              <a:t>PortariaDigital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581400"/>
            <a:ext cx="7620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Plus Jakarta Sans"/>
              </a:rPr>
              <a:t>Segurança, automação e tranquilidade na comunicação diária da Escola Futura.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28" y="4600575"/>
            <a:ext cx="2083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Plus Jakarta Sans"/>
              </a:rPr>
              <a:t>Perguntas &amp; Respostas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2687" y="4600575"/>
            <a:ext cx="3714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8FAFC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3212" y="4600575"/>
            <a:ext cx="12477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Plus Jakarta Sans"/>
              </a:rPr>
              <a:t>Escola Futura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" y="857250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1500" y="161925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161925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0125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71650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87773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Plus Jakarta Sans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38225"/>
            <a:ext cx="7036593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F172A"/>
                </a:solidFill>
                <a:latin typeface="Plus Jakarta Sans"/>
              </a:rPr>
              <a:t>https://www.harlingsecurity.com/wp-content/uploads/2019/05/school-access-1024x721.jpg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38250"/>
            <a:ext cx="3048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F172A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www.harlingsecurity.com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09750"/>
            <a:ext cx="5703093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F172A"/>
                </a:solidFill>
                <a:latin typeface="Plus Jakarta Sans"/>
              </a:rPr>
              <a:t>https://www.2mtechnology.net/wp-content/uploads/2020/07/2MTT-7.png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09775"/>
            <a:ext cx="294084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F172A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www.2mtechnology.net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452</Words>
  <Application>Microsoft Office PowerPoint</Application>
  <PresentationFormat>Widescreen</PresentationFormat>
  <Paragraphs>87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Plus Jakarta Sans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Julia Graziella Teixeira da Silva</dc:creator>
  <cp:keywords/>
  <dc:description>generated using python-pptx</dc:description>
  <cp:lastModifiedBy>Julia Graziella Teixeira da Silva</cp:lastModifiedBy>
  <cp:revision>8</cp:revision>
  <dcterms:created xsi:type="dcterms:W3CDTF">2013-01-27T09:14:16Z</dcterms:created>
  <dcterms:modified xsi:type="dcterms:W3CDTF">2026-10-05T20:29:50Z</dcterms:modified>
  <cp:category/>
</cp:coreProperties>
</file>